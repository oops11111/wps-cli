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40acb8d29a8491b" /><Relationship Type="http://schemas.openxmlformats.org/officeDocument/2006/relationships/extended-properties" Target="/docProps/app.xml" Id="R225c5b05b5b04551" /><Relationship Type="http://schemas.openxmlformats.org/officeDocument/2006/relationships/officeDocument" Target="/ppt/presentation.xml" Id="R4aff6cf9083f45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f463b8dec1457c"/>
  </p:sldMasterIdLst>
  <p:notesMasterIdLst>
    <p:notesMasterId xmlns:r="http://schemas.openxmlformats.org/officeDocument/2006/relationships" r:id="R9bd046ae77364161"/>
  </p:notesMasterIdLst>
  <p:sldIdLst>
    <p:sldId xmlns:r="http://schemas.openxmlformats.org/officeDocument/2006/relationships" id="256" r:id="R90944dfc2b8945d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033d9b6baa4496" /><Relationship Type="http://schemas.openxmlformats.org/officeDocument/2006/relationships/slideMaster" Target="/ppt/slideMasters/slideMaster1.xml" Id="R63f463b8dec1457c" /><Relationship Type="http://schemas.openxmlformats.org/officeDocument/2006/relationships/notesMaster" Target="/ppt/notesMasters/notesMaster1.xml" Id="R9bd046ae77364161" /><Relationship Type="http://schemas.openxmlformats.org/officeDocument/2006/relationships/presProps" Target="/ppt/presProps.xml" Id="R290eead9f3754f8e" /><Relationship Type="http://schemas.openxmlformats.org/officeDocument/2006/relationships/tableStyles" Target="/ppt/tableStyles.xml" Id="R78f378915b1547df" /><Relationship Type="http://schemas.openxmlformats.org/officeDocument/2006/relationships/slide" Target="/ppt/slides/slide1.xml" Id="R90944dfc2b8945d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1d944af8b18423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8ae94640604032" /><Relationship Type="http://schemas.openxmlformats.org/officeDocument/2006/relationships/notesMaster" Target="/ppt/notesMasters/notesMaster1.xml" Id="Rc068869e30894d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ed0674c18348b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ce01877ae84977" /><Relationship Type="http://schemas.openxmlformats.org/officeDocument/2006/relationships/slideLayout" Target="/ppt/slideLayouts/slideLayout1.xml" Id="R4397e498009a488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397e498009a48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b0bfcc08ea48f9" /><Relationship Type="http://schemas.openxmlformats.org/officeDocument/2006/relationships/notesSlide" Target="/ppt/notesSlides/notesSlide1.xml" Id="R0733624350c3450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C96BE3-6183-49A6-BEAD-0355D926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00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Phase 0 presentation smoke fixture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49AD3A-9C44-4FF5-9B73-5B3DCF06E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8191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43746"/>
                </a:solidFill>
                <a:latin typeface="Arial"/>
                <a:ea typeface="Arial"/>
                <a:cs typeface="Arial"/>
              </a:rPr>
              <a:t>This deck verifies WPS Presentation COM open, save, and close behavior.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46BB33-00B7-42A8-830C-F08A33354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i="1">
                <a:solidFill>
                  <a:srgbClr val="5B6670"/>
                </a:solidFill>
                <a:latin typeface="Arial"/>
                <a:ea typeface="Arial"/>
                <a:cs typeface="Arial"/>
              </a:defRPr>
            </a:pPr>
            <a:r>
              <a:rPr sz="1350" i="1">
                <a:solidFill>
                  <a:srgbClr val="5B6670"/>
                </a:solidFill>
                <a:latin typeface="Arial"/>
                <a:ea typeface="Arial"/>
                <a:cs typeface="Arial"/>
              </a:rPr>
              <a:t>Fixture content is intentionally minimal.</a:t>
            </a:r>
          </a:p>
        </p:txBody>
      </p:sp>
    </p:spTree>
    <p:extLst>
      <p:ext uri="{BB962C8B-B14F-4D97-AF65-F5344CB8AC3E}">
        <p14:creationId xmlns:p14="http://schemas.microsoft.com/office/powerpoint/2010/main" val="1540494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2026-10-02T14:13:58.9060000Z</dcterms:created>
  <dcterms:modified xsi:type="dcterms:W3CDTF">2026-10-02T14:13:58.9060000Z</dcterms:modified>
</coreProperties>
</file>