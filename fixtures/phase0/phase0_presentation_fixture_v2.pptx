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685800" y="609600"/>
            <a:ext cx="10001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4273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4273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Phase 1 presentation replace verified</a:t>
            </a:r>
            <a:endParaRPr sz="2700" b="1">
              <a:solidFill>
                <a:srgbClr val="14273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619250"/>
            <a:ext cx="819150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>
                <a:solidFill>
                  <a:srgbClr val="2437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>
                <a:solidFill>
                  <a:srgbClr val="2437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deck verifies WPS Presentation COM open, save, and close behavior.</a:t>
            </a:r>
            <a:endParaRPr sz="1800">
              <a:solidFill>
                <a:srgbClr val="2437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5334000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i="1">
                <a:solidFill>
                  <a:srgbClr val="5B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i="1">
                <a:solidFill>
                  <a:srgbClr val="5B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Fixture content is intentionally minimal.</a:t>
            </a:r>
            <a:endParaRPr sz="1350" i="1">
              <a:solidFill>
                <a:srgbClr val="5B667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Converted Presentation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Arial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</cp:revision>
  <dcterms:created xsi:type="dcterms:W3CDTF">2026-10-02T22:20:45Z</dcterms:created>
  <dcterms:modified xsi:type="dcterms:W3CDTF">2026-10-02T22:20:45Z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0F25F6E3C3DC489CA25944E3B63D9508_12</vt:lpwstr>
  </property>
  <property fmtid="{D5CDD505-2E9C-101B-9397-08002B2CF9AE}" pid="3" name="KSOProductBuildVer">
    <vt:lpwstr>2052-12.8.2.18913</vt:lpwstr>
  </property>
</Properties>
</file>